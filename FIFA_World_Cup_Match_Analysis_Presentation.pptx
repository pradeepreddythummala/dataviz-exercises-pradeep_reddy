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05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7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38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6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6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2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2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6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9009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49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0233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65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45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39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FIFA World Cup Match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t>Pradeep Reddy Thummala</a:t>
            </a:r>
          </a:p>
          <a:p>
            <a:r>
              <a:t>Master's in Data Science</a:t>
            </a:r>
          </a:p>
          <a:p>
            <a:r>
              <a:t>University of Europe for Applied Sciences</a:t>
            </a:r>
          </a:p>
          <a:p>
            <a:r>
              <a:t>Data Visualization Project</a:t>
            </a:r>
          </a:p>
        </p:txBody>
      </p:sp>
      <p:pic>
        <p:nvPicPr>
          <p:cNvPr id="1026" name="Picture 2" descr="La Copa Mundial impulsa a los pequeños negocios locales en Estados Unidos">
            <a:extLst>
              <a:ext uri="{FF2B5EF4-FFF2-40B4-BE49-F238E27FC236}">
                <a16:creationId xmlns:a16="http://schemas.microsoft.com/office/drawing/2014/main" id="{DBB61E7A-0135-2FBF-68E3-4D52F6314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47" y="4348247"/>
            <a:ext cx="3868842" cy="212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Analyze FIFA World Cup men's matches (1970–2022)</a:t>
            </a:r>
          </a:p>
          <a:p>
            <a:pPr>
              <a:defRPr sz="2200"/>
            </a:pPr>
            <a:r>
              <a:t>• Build an interactive Streamlit dashboard</a:t>
            </a:r>
          </a:p>
          <a:p>
            <a:pPr>
              <a:defRPr sz="2200"/>
            </a:pPr>
            <a:r>
              <a:t>• Perform exploratory data analysis (EDA)</a:t>
            </a:r>
          </a:p>
          <a:p>
            <a:pPr>
              <a:defRPr sz="2200"/>
            </a:pPr>
            <a:r>
              <a:t>• Visualize key match statistics using Plotly</a:t>
            </a:r>
          </a:p>
        </p:txBody>
      </p:sp>
      <p:pic>
        <p:nvPicPr>
          <p:cNvPr id="2050" name="Picture 2" descr="CAIQ — Your game, decoded by AI. Sports coaching for cricket, badminton, football, tennis &amp; hockey">
            <a:extLst>
              <a:ext uri="{FF2B5EF4-FFF2-40B4-BE49-F238E27FC236}">
                <a16:creationId xmlns:a16="http://schemas.microsoft.com/office/drawing/2014/main" id="{971BEC42-6C65-C8C2-6B10-C58697D47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99" y="4416725"/>
            <a:ext cx="4170628" cy="2275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Dataset: FIFA World Cup Men's Match Dataset (1970–2022)</a:t>
            </a:r>
          </a:p>
          <a:p>
            <a:pPr>
              <a:defRPr sz="2200"/>
            </a:pPr>
            <a:r>
              <a:t>• Cleaned missing values and inspected data quality</a:t>
            </a:r>
          </a:p>
          <a:p>
            <a:pPr>
              <a:defRPr sz="2200"/>
            </a:pPr>
            <a:r>
              <a:t>• Created 'Total Goals' feature</a:t>
            </a:r>
          </a:p>
          <a:p>
            <a:pPr>
              <a:defRPr sz="2200"/>
            </a:pPr>
            <a:r>
              <a:t>• Applied interactive team filter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256233E-A415-613E-B053-ECA79745D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880" y="3524597"/>
            <a:ext cx="3629083" cy="323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1–3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Top Teams by Win Percentage</a:t>
            </a:r>
          </a:p>
          <a:p>
            <a:pPr>
              <a:defRPr sz="2200"/>
            </a:pPr>
            <a:r>
              <a:t>2. Average Goals by Tournament</a:t>
            </a:r>
          </a:p>
          <a:p>
            <a:pPr>
              <a:defRPr sz="2200"/>
            </a:pPr>
            <a:r>
              <a:t>3. Possession vs Goals Scored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4–6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4. Goals Distribution by Stage</a:t>
            </a:r>
          </a:p>
          <a:p>
            <a:pPr>
              <a:defRPr sz="2200"/>
            </a:pPr>
            <a:r>
              <a:t>5. Top Teams by Average Shots on Target</a:t>
            </a:r>
          </a:p>
          <a:p>
            <a:pPr>
              <a:defRPr sz="2200"/>
            </a:pPr>
            <a:r>
              <a:t>6. Top Teams by Average Yellow Cards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7–10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7. Highest Scoring Stadiums</a:t>
            </a:r>
          </a:p>
          <a:p>
            <a:pPr>
              <a:defRPr sz="2200"/>
            </a:pPr>
            <a:r>
              <a:t>8. Corners vs Goals</a:t>
            </a:r>
          </a:p>
          <a:p>
            <a:pPr>
              <a:defRPr sz="2200"/>
            </a:pPr>
            <a:r>
              <a:t>9. Average Possession by Team</a:t>
            </a:r>
          </a:p>
          <a:p>
            <a:pPr>
              <a:defRPr sz="2200"/>
            </a:pPr>
            <a:r>
              <a:t>10. Correlation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Interactive team filter</a:t>
            </a:r>
          </a:p>
          <a:p>
            <a:pPr>
              <a:defRPr sz="2200"/>
            </a:pPr>
            <a:r>
              <a:t>• KPI cards</a:t>
            </a:r>
          </a:p>
          <a:p>
            <a:pPr>
              <a:defRPr sz="2200"/>
            </a:pPr>
            <a:r>
              <a:t>• 10 interactive Plotly visualizations</a:t>
            </a:r>
          </a:p>
          <a:p>
            <a:pPr>
              <a:defRPr sz="2200"/>
            </a:pPr>
            <a:r>
              <a:t>• Easy exploration of World Cup match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Identified strong-performing teams</a:t>
            </a:r>
          </a:p>
          <a:p>
            <a:pPr>
              <a:defRPr sz="2200"/>
            </a:pPr>
            <a:r>
              <a:t>• Compared scoring trends across tournaments</a:t>
            </a:r>
          </a:p>
          <a:p>
            <a:pPr>
              <a:defRPr sz="2200"/>
            </a:pPr>
            <a:r>
              <a:t>• Explored relationships between possession, shots, corners and goals</a:t>
            </a:r>
          </a:p>
          <a:p>
            <a:pPr>
              <a:defRPr sz="2200"/>
            </a:pPr>
            <a:r>
              <a:t>• Built an interactive dashboard for analysis</a:t>
            </a:r>
          </a:p>
        </p:txBody>
      </p:sp>
      <p:pic>
        <p:nvPicPr>
          <p:cNvPr id="4098" name="Picture 2" descr="Akhisarspor'da Amatör Dram - Son Dakika">
            <a:extLst>
              <a:ext uri="{FF2B5EF4-FFF2-40B4-BE49-F238E27FC236}">
                <a16:creationId xmlns:a16="http://schemas.microsoft.com/office/drawing/2014/main" id="{B371F1E4-966F-667B-40FB-EC72E47FF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461" y="58189"/>
            <a:ext cx="4091940" cy="216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Milano una targa per Gazzaniga che creò la coppa del mondo Fifa - Notizie - Ansa.it">
            <a:extLst>
              <a:ext uri="{FF2B5EF4-FFF2-40B4-BE49-F238E27FC236}">
                <a16:creationId xmlns:a16="http://schemas.microsoft.com/office/drawing/2014/main" id="{B8F5CAEC-7C02-CBD9-0229-E4EF9C7EC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6" y="4729943"/>
            <a:ext cx="3532909" cy="199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212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FIFA World Cup Match Analysis Dashboard</vt:lpstr>
      <vt:lpstr>Project Overview</vt:lpstr>
      <vt:lpstr>Dataset &amp; EDA</vt:lpstr>
      <vt:lpstr>Questions 1–3</vt:lpstr>
      <vt:lpstr>Questions 4–6</vt:lpstr>
      <vt:lpstr>Questions 7–10</vt:lpstr>
      <vt:lpstr>Streamlit Dashboard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pradeep reddy</dc:creator>
  <cp:keywords/>
  <dc:description>generated using python-pptx</dc:description>
  <cp:lastModifiedBy>Pradeep Reddy Thummala</cp:lastModifiedBy>
  <cp:revision>2</cp:revision>
  <dcterms:created xsi:type="dcterms:W3CDTF">2013-01-27T09:14:16Z</dcterms:created>
  <dcterms:modified xsi:type="dcterms:W3CDTF">2026-07-22T20:05:57Z</dcterms:modified>
  <cp:category/>
</cp:coreProperties>
</file>